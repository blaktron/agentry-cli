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Q3 2026 operations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On-time delivery 96.2 %, up from 94.8 % in Q2</a:t>
            </a:r>
          </a:p>
          <a:p>
            <a:pPr lvl="0"/>
            <a:r>
              <a:rPr/>
              <a:t>Cold-chain incidents: 3, down from 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Rotterdam handles 41 % of volume</a:t>
            </a:r>
          </a:p>
          <a:p>
            <a:pPr lvl="0"/>
            <a:r>
              <a:rPr/>
              <a:t>Antwerp opened its second cold store on 2 September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2026-09-25T15:50:05Z</dcterms:created>
  <dcterms:modified xsi:type="dcterms:W3CDTF">2026-09-25T15:50:05Z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